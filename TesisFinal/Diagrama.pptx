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6" r:id="rId3"/>
    <p:sldId id="257" r:id="rId4"/>
    <p:sldId id="259" r:id="rId5"/>
    <p:sldId id="258" r:id="rId6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5" d="100"/>
          <a:sy n="65" d="100"/>
        </p:scale>
        <p:origin x="72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tías Fernández Mayol" userId="fcf18a0e-c65f-488f-b0d0-ec5fa4c89533" providerId="ADAL" clId="{68009E8D-AE16-4DD6-9783-EA2A8BF0EB3B}"/>
    <pc:docChg chg="addSld modSld sldOrd">
      <pc:chgData name="Matías Fernández Mayol" userId="fcf18a0e-c65f-488f-b0d0-ec5fa4c89533" providerId="ADAL" clId="{68009E8D-AE16-4DD6-9783-EA2A8BF0EB3B}" dt="2025-01-16T15:52:06.674" v="87" actId="5793"/>
      <pc:docMkLst>
        <pc:docMk/>
      </pc:docMkLst>
      <pc:sldChg chg="modSp new mod ord">
        <pc:chgData name="Matías Fernández Mayol" userId="fcf18a0e-c65f-488f-b0d0-ec5fa4c89533" providerId="ADAL" clId="{68009E8D-AE16-4DD6-9783-EA2A8BF0EB3B}" dt="2025-01-16T15:52:06.674" v="87" actId="5793"/>
        <pc:sldMkLst>
          <pc:docMk/>
          <pc:sldMk cId="2617169352" sldId="260"/>
        </pc:sldMkLst>
        <pc:spChg chg="mod">
          <ac:chgData name="Matías Fernández Mayol" userId="fcf18a0e-c65f-488f-b0d0-ec5fa4c89533" providerId="ADAL" clId="{68009E8D-AE16-4DD6-9783-EA2A8BF0EB3B}" dt="2025-01-16T15:51:59.939" v="44" actId="20577"/>
          <ac:spMkLst>
            <pc:docMk/>
            <pc:sldMk cId="2617169352" sldId="260"/>
            <ac:spMk id="2" creationId="{CB59E5A9-B789-BEF7-8573-ECFE3F6386FC}"/>
          </ac:spMkLst>
        </pc:spChg>
        <pc:spChg chg="mod">
          <ac:chgData name="Matías Fernández Mayol" userId="fcf18a0e-c65f-488f-b0d0-ec5fa4c89533" providerId="ADAL" clId="{68009E8D-AE16-4DD6-9783-EA2A8BF0EB3B}" dt="2025-01-16T15:52:06.674" v="87" actId="5793"/>
          <ac:spMkLst>
            <pc:docMk/>
            <pc:sldMk cId="2617169352" sldId="260"/>
            <ac:spMk id="3" creationId="{D452B15A-46DA-D190-379B-510F20F831AD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E08509A-4CDA-BD1D-485C-71886020A15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90B1647-6EC4-97DF-1D02-0F75B02546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5CA7BF6C-4E68-A165-8983-DF84C45B10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0ED3E-F066-473B-A304-FF8CCC40C721}" type="datetimeFigureOut">
              <a:rPr lang="es-CL" smtClean="0"/>
              <a:t>16-01-2025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F6B0058-F9DF-9525-8389-0450F24DC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A01BFE-6EAC-C5CF-56A0-4EFB6F12E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5377-1592-45A6-93C5-A76FA1E2D1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8520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776E963-501F-D078-7177-23FB2A2C0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85DD45E-B5ED-F106-117B-A511E3DFF9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D10B565-5C15-98CF-F924-31BAF5ADF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0ED3E-F066-473B-A304-FF8CCC40C721}" type="datetimeFigureOut">
              <a:rPr lang="es-CL" smtClean="0"/>
              <a:t>16-01-2025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A642BFF-9BAE-6A2E-3ABB-276A320B4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DDBCBF-565A-1C50-50F3-93FCA99126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5377-1592-45A6-93C5-A76FA1E2D1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548993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BDA4AA-8DCA-3E21-8B69-C48103F8FF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56D4CE3-2434-8682-1ACE-205121652D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1EDCE5F-6DF7-A8EA-74FB-32B76895F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0ED3E-F066-473B-A304-FF8CCC40C721}" type="datetimeFigureOut">
              <a:rPr lang="es-CL" smtClean="0"/>
              <a:t>16-01-2025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B375CD5-62C4-BBB0-82A2-36DD4C9B9C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6C48049-2CB1-3656-A100-979B464C3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5377-1592-45A6-93C5-A76FA1E2D1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819334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4B1925-5AF4-FBC7-3B85-EFCB265F2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EB71C6C-C6A3-F859-E98C-84C63533B1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B5DC108-0F48-7CE2-EB32-F5CA1329C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36E0A58A-5DEE-0729-9C46-17A22EE2F5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0ED3E-F066-473B-A304-FF8CCC40C721}" type="datetimeFigureOut">
              <a:rPr lang="es-CL" smtClean="0"/>
              <a:t>16-01-2025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7DCD2F1-0884-7E9B-0BD5-2AFC7C4E05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F652300-A5CF-6F78-7689-8E278EF56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5377-1592-45A6-93C5-A76FA1E2D1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7846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FB4577-C0AA-12A8-93E7-FA1D457FA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985F48D1-AC39-8A36-48C5-B58D67D821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55A18C8-A67F-23A0-047B-6F00C4A821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0C2847A2-535A-A7D7-F179-83D4036FB28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B595C66-2FF0-1C29-1D71-E60D509E31A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B5F79DEE-8C33-0B8C-579D-B5C25CC2DB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0ED3E-F066-473B-A304-FF8CCC40C721}" type="datetimeFigureOut">
              <a:rPr lang="es-CL" smtClean="0"/>
              <a:t>16-01-2025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D815A22B-53A2-7B1B-E019-5F5026BA81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5947B7BF-CA10-CBBC-70C2-5D4BE0D956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5377-1592-45A6-93C5-A76FA1E2D1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104833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3DB69FF-DEE3-5783-525D-C443A52FC8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1E804DEC-69A9-A6AC-3D71-7AC365DDDE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0ED3E-F066-473B-A304-FF8CCC40C721}" type="datetimeFigureOut">
              <a:rPr lang="es-CL" smtClean="0"/>
              <a:t>16-01-2025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4495EAAE-2ED1-8BD0-499F-CC69010F14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0591B7ED-EC97-9007-003F-8A01CCB85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5377-1592-45A6-93C5-A76FA1E2D1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40549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905FD12F-FD49-2F43-2010-EB09EEDA9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0ED3E-F066-473B-A304-FF8CCC40C721}" type="datetimeFigureOut">
              <a:rPr lang="es-CL" smtClean="0"/>
              <a:t>16-01-2025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6E07C0D7-56FB-F4F9-58B1-6FA0B8058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B0B8CC9B-3726-48CD-6B99-8BB740BE4F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5377-1592-45A6-93C5-A76FA1E2D1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891256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863444-0BF8-714A-9938-464989F83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4F2448FA-9F3B-B97D-52E5-0260311ADB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87A58A66-58AA-DBFE-1B68-B27ECE065B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CC229241-7446-20F8-5853-BAAEE8BB9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0ED3E-F066-473B-A304-FF8CCC40C721}" type="datetimeFigureOut">
              <a:rPr lang="es-CL" smtClean="0"/>
              <a:t>16-01-2025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CC38D186-6A07-9A39-F351-FC13D3CBB6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9E2417B-171B-503C-C98B-1BEFAB91EB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5377-1592-45A6-93C5-A76FA1E2D1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357503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E90E7B-877B-E2EA-7BCA-8E1E3C5E1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88A8FBCD-CC5B-6032-3063-2D5F86610FA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F3A0674-0BBB-091B-234B-287840A6B46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48FA6B8-FC17-9FEB-52BC-25EF95AB4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0ED3E-F066-473B-A304-FF8CCC40C721}" type="datetimeFigureOut">
              <a:rPr lang="es-CL" smtClean="0"/>
              <a:t>16-01-2025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B259865-2938-3089-A28C-6C4108049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66EDC36-73C7-F167-28AF-82BDEF1A2E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5377-1592-45A6-93C5-A76FA1E2D1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892367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2B63ADD-AB53-55D9-1B82-78646D3922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FC95D43C-39E3-91FA-788F-3B952223C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451093C-AA81-2737-3937-4FB6379247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0ED3E-F066-473B-A304-FF8CCC40C721}" type="datetimeFigureOut">
              <a:rPr lang="es-CL" smtClean="0"/>
              <a:t>16-01-2025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B9534B7-F32E-8A8D-AF10-1BA5A319D5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07A9C66-6A56-394C-A05C-582A6DDF99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5377-1592-45A6-93C5-A76FA1E2D1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25217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84BB70-E991-4EF5-3BE9-4FD41A6A7E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63465274-1E89-C304-F5EE-6AA2734B357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E5FB754-9649-5D3A-0C16-CA645060E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F0ED3E-F066-473B-A304-FF8CCC40C721}" type="datetimeFigureOut">
              <a:rPr lang="es-CL" smtClean="0"/>
              <a:t>16-01-2025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AF8F4517-D86F-20D6-A115-1D295508F1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36B2BA3-9612-FBB3-0659-6F52B9BD1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445377-1592-45A6-93C5-A76FA1E2D1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024121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684F4AA-431A-06BA-6E73-D0114F4442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2F04839-8403-FE54-DCF8-EBB9B8F540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6F8F2B0-5DFF-36BF-85E6-3E80E1DDFAB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F0ED3E-F066-473B-A304-FF8CCC40C721}" type="datetimeFigureOut">
              <a:rPr lang="es-CL" smtClean="0"/>
              <a:t>16-01-2025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3373B0D-FA9D-5628-1AE8-F452ED13454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85C5CF4-F7EB-9213-E421-2DBDA69D16F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B445377-1592-45A6-93C5-A76FA1E2D15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692570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59E5A9-B789-BEF7-8573-ECFE3F6386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CL" dirty="0"/>
              <a:t>IRP </a:t>
            </a:r>
            <a:r>
              <a:rPr lang="es-CL" dirty="0" err="1"/>
              <a:t>MultiProducto</a:t>
            </a:r>
            <a:r>
              <a:rPr lang="es-CL" dirty="0"/>
              <a:t> </a:t>
            </a:r>
            <a:r>
              <a:rPr lang="es-CL" dirty="0" err="1"/>
              <a:t>MultiVehiculos</a:t>
            </a:r>
            <a:endParaRPr lang="es-CL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452B15A-46DA-D190-379B-510F20F83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171693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177CF213-7561-699F-D084-CF162B9B77EA}"/>
              </a:ext>
            </a:extLst>
          </p:cNvPr>
          <p:cNvSpPr/>
          <p:nvPr/>
        </p:nvSpPr>
        <p:spPr>
          <a:xfrm>
            <a:off x="0" y="36870"/>
            <a:ext cx="3972232" cy="334296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Vehículo:</a:t>
            </a:r>
          </a:p>
          <a:p>
            <a:pPr algn="ctr"/>
            <a:endParaRPr lang="es-MX" dirty="0"/>
          </a:p>
          <a:p>
            <a:pPr algn="ctr"/>
            <a:r>
              <a:rPr lang="es-CL" dirty="0" err="1"/>
              <a:t>Vehiculo</a:t>
            </a:r>
            <a:r>
              <a:rPr lang="es-CL" dirty="0"/>
              <a:t>(id=1, </a:t>
            </a:r>
          </a:p>
          <a:p>
            <a:pPr algn="ctr"/>
            <a:r>
              <a:rPr lang="es-CL" dirty="0"/>
              <a:t>capacidad=100.0, </a:t>
            </a:r>
            <a:r>
              <a:rPr lang="es-CL" dirty="0" err="1"/>
              <a:t>velocidad_media</a:t>
            </a:r>
            <a:r>
              <a:rPr lang="es-CL" dirty="0"/>
              <a:t>=10.0, </a:t>
            </a:r>
            <a:r>
              <a:rPr lang="es-CL" dirty="0" err="1"/>
              <a:t>desv_est_velocidad</a:t>
            </a:r>
            <a:r>
              <a:rPr lang="es-CL" dirty="0"/>
              <a:t>=10.0, inventario={})</a:t>
            </a:r>
          </a:p>
        </p:txBody>
      </p:sp>
      <p:sp>
        <p:nvSpPr>
          <p:cNvPr id="5" name="Rectángulo 4">
            <a:extLst>
              <a:ext uri="{FF2B5EF4-FFF2-40B4-BE49-F238E27FC236}">
                <a16:creationId xmlns:a16="http://schemas.microsoft.com/office/drawing/2014/main" id="{594FB049-C6F7-5F9D-211D-5E27364E99BB}"/>
              </a:ext>
            </a:extLst>
          </p:cNvPr>
          <p:cNvSpPr/>
          <p:nvPr/>
        </p:nvSpPr>
        <p:spPr>
          <a:xfrm>
            <a:off x="6233654" y="86031"/>
            <a:ext cx="5958346" cy="5980471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Cliente:</a:t>
            </a:r>
          </a:p>
          <a:p>
            <a:pPr algn="ctr"/>
            <a:r>
              <a:rPr lang="es-MX" dirty="0"/>
              <a:t>Cliente(id=1, </a:t>
            </a:r>
          </a:p>
          <a:p>
            <a:pPr algn="ctr"/>
            <a:r>
              <a:rPr lang="es-MX" dirty="0" err="1"/>
              <a:t>posicion_x</a:t>
            </a:r>
            <a:r>
              <a:rPr lang="es-MX" dirty="0"/>
              <a:t>=19.0, </a:t>
            </a:r>
          </a:p>
          <a:p>
            <a:pPr algn="ctr"/>
            <a:r>
              <a:rPr lang="es-MX" dirty="0" err="1"/>
              <a:t>posicion_y</a:t>
            </a:r>
            <a:r>
              <a:rPr lang="es-MX" dirty="0"/>
              <a:t>=61.0, </a:t>
            </a:r>
          </a:p>
          <a:p>
            <a:pPr algn="ctr"/>
            <a:r>
              <a:rPr lang="es-MX" dirty="0" err="1"/>
              <a:t>capacidad_almacenamiento</a:t>
            </a:r>
            <a:r>
              <a:rPr lang="es-MX" dirty="0"/>
              <a:t>=110.0, </a:t>
            </a:r>
            <a:r>
              <a:rPr lang="es-MX" dirty="0" err="1"/>
              <a:t>inventarios_iniciales</a:t>
            </a:r>
            <a:r>
              <a:rPr lang="es-MX" dirty="0"/>
              <a:t>={1: 8.0, 2: 9.0, 3: 11.0}, </a:t>
            </a:r>
            <a:r>
              <a:rPr lang="es-MX" dirty="0" err="1"/>
              <a:t>costos_inventario</a:t>
            </a:r>
            <a:r>
              <a:rPr lang="es-MX" dirty="0"/>
              <a:t>={1: 1.24, 2: 0.79, 3: 1.0}, </a:t>
            </a:r>
            <a:r>
              <a:rPr lang="es-MX" dirty="0" err="1"/>
              <a:t>costos_penalizacion</a:t>
            </a:r>
            <a:r>
              <a:rPr lang="es-MX" dirty="0"/>
              <a:t>={1: 7.49, 2: 6.83, 3: 8.09}, </a:t>
            </a:r>
            <a:r>
              <a:rPr lang="es-MX" dirty="0" err="1"/>
              <a:t>demanda_media</a:t>
            </a:r>
            <a:r>
              <a:rPr lang="es-MX" dirty="0"/>
              <a:t>={1: 5.9, 2: 14.74, 3: 8.13}, </a:t>
            </a:r>
            <a:r>
              <a:rPr lang="es-MX" dirty="0" err="1"/>
              <a:t>demanda_desv_est</a:t>
            </a:r>
            <a:r>
              <a:rPr lang="es-MX" dirty="0"/>
              <a:t>={1: 2.73, 2: 2.3, 3: 2.69})</a:t>
            </a:r>
            <a:endParaRPr lang="es-CL" dirty="0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318D163E-9711-E6B6-A4C9-968D20E4C9A0}"/>
              </a:ext>
            </a:extLst>
          </p:cNvPr>
          <p:cNvSpPr/>
          <p:nvPr/>
        </p:nvSpPr>
        <p:spPr>
          <a:xfrm>
            <a:off x="0" y="3991896"/>
            <a:ext cx="2694038" cy="1907459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Producto</a:t>
            </a:r>
          </a:p>
          <a:p>
            <a:pPr algn="ctr"/>
            <a:endParaRPr lang="es-MX" dirty="0"/>
          </a:p>
          <a:p>
            <a:pPr algn="ctr"/>
            <a:r>
              <a:rPr lang="es-MX" dirty="0"/>
              <a:t>Producto(id=1, </a:t>
            </a:r>
          </a:p>
          <a:p>
            <a:pPr algn="ctr"/>
            <a:r>
              <a:rPr lang="es-MX" dirty="0"/>
              <a:t>peso=1.0)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8335422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C294EA4D-E42F-4DAE-C3E3-5B80CD15EFB4}"/>
              </a:ext>
            </a:extLst>
          </p:cNvPr>
          <p:cNvSpPr/>
          <p:nvPr/>
        </p:nvSpPr>
        <p:spPr>
          <a:xfrm>
            <a:off x="-157316" y="-147484"/>
            <a:ext cx="12349316" cy="545690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s-MX" dirty="0"/>
              <a:t>Instancia():</a:t>
            </a:r>
          </a:p>
          <a:p>
            <a:pPr algn="ctr"/>
            <a:r>
              <a:rPr lang="es-MX" dirty="0"/>
              <a:t>Descripción: Objeto de la clase Instancia que almacena todos los elementos iniciales</a:t>
            </a:r>
          </a:p>
          <a:p>
            <a:pPr algn="ctr"/>
            <a:endParaRPr lang="es-MX" dirty="0"/>
          </a:p>
          <a:p>
            <a:pPr marL="285750" indent="-285750" algn="ctr">
              <a:buFont typeface="Arial" panose="020B0604020202020204" pitchFamily="34" charset="0"/>
              <a:buChar char="•"/>
            </a:pPr>
            <a:r>
              <a:rPr lang="es-MX" dirty="0"/>
              <a:t>Vehículos {diccionario con objetos vehículos} </a:t>
            </a:r>
          </a:p>
          <a:p>
            <a:pPr algn="ctr"/>
            <a:r>
              <a:rPr lang="es-MX" dirty="0" err="1"/>
              <a:t>Ej</a:t>
            </a:r>
            <a:r>
              <a:rPr lang="es-MX" dirty="0"/>
              <a:t>: {1:Vehículo()…}</a:t>
            </a:r>
          </a:p>
          <a:p>
            <a:pPr algn="ctr"/>
            <a:r>
              <a:rPr lang="es-MX" dirty="0"/>
              <a:t>{1: </a:t>
            </a:r>
            <a:r>
              <a:rPr lang="es-MX" dirty="0" err="1"/>
              <a:t>Vehiculo</a:t>
            </a:r>
            <a:r>
              <a:rPr lang="es-MX" dirty="0"/>
              <a:t>(id=1, capacidad=100.0, </a:t>
            </a:r>
            <a:r>
              <a:rPr lang="es-MX" dirty="0" err="1"/>
              <a:t>velocidad_media</a:t>
            </a:r>
            <a:r>
              <a:rPr lang="es-MX" dirty="0"/>
              <a:t>=10.0, </a:t>
            </a:r>
            <a:r>
              <a:rPr lang="es-MX" dirty="0" err="1"/>
              <a:t>desv_est_velocidad</a:t>
            </a:r>
            <a:r>
              <a:rPr lang="es-MX" dirty="0"/>
              <a:t>=10.0, inventario={}), 2: </a:t>
            </a:r>
            <a:r>
              <a:rPr lang="es-MX" dirty="0" err="1"/>
              <a:t>Vehiculo</a:t>
            </a:r>
            <a:r>
              <a:rPr lang="es-MX" dirty="0"/>
              <a:t>(id=2, capacidad=100.0, </a:t>
            </a:r>
            <a:r>
              <a:rPr lang="es-MX" dirty="0" err="1"/>
              <a:t>velocidad_media</a:t>
            </a:r>
            <a:r>
              <a:rPr lang="es-MX" dirty="0"/>
              <a:t>=10.0, </a:t>
            </a:r>
            <a:r>
              <a:rPr lang="es-MX" dirty="0" err="1"/>
              <a:t>desv_est_velocidad</a:t>
            </a:r>
            <a:r>
              <a:rPr lang="es-MX" dirty="0"/>
              <a:t>=10.0, inventario={})}</a:t>
            </a:r>
          </a:p>
          <a:p>
            <a:pPr algn="ctr"/>
            <a:endParaRPr lang="es-MX" dirty="0"/>
          </a:p>
          <a:p>
            <a:pPr algn="ctr"/>
            <a:endParaRPr lang="es-MX" dirty="0"/>
          </a:p>
          <a:p>
            <a:pPr algn="ctr"/>
            <a:r>
              <a:rPr lang="es-MX" dirty="0"/>
              <a:t>* Clientes {diccionario con objetos Clientes}</a:t>
            </a:r>
          </a:p>
          <a:p>
            <a:pPr algn="ctr"/>
            <a:r>
              <a:rPr lang="es-MX" dirty="0" err="1"/>
              <a:t>Ej</a:t>
            </a:r>
            <a:r>
              <a:rPr lang="es-MX" dirty="0"/>
              <a:t>: {1 : Cliente()}</a:t>
            </a:r>
          </a:p>
          <a:p>
            <a:pPr algn="ctr"/>
            <a:r>
              <a:rPr lang="es-MX" dirty="0"/>
              <a:t> </a:t>
            </a:r>
          </a:p>
          <a:p>
            <a:pPr algn="ctr"/>
            <a:r>
              <a:rPr lang="es-MX" dirty="0"/>
              <a:t>* Productos {diccionario con objetos Productos}</a:t>
            </a:r>
          </a:p>
          <a:p>
            <a:pPr algn="ctr"/>
            <a:r>
              <a:rPr lang="es-MX" dirty="0" err="1"/>
              <a:t>Ej</a:t>
            </a:r>
            <a:r>
              <a:rPr lang="es-MX" dirty="0"/>
              <a:t>: {1: Producto(id=1, peso=1.0), 2: Producto(id=2, peso=0.5), 3: Producto(id=3, peso=1.0)}</a:t>
            </a:r>
          </a:p>
          <a:p>
            <a:pPr algn="ctr"/>
            <a:endParaRPr lang="es-MX" dirty="0"/>
          </a:p>
          <a:p>
            <a:pPr algn="ctr"/>
            <a:r>
              <a:rPr lang="es-MX" dirty="0"/>
              <a:t>* </a:t>
            </a:r>
            <a:r>
              <a:rPr lang="es-MX" dirty="0" err="1"/>
              <a:t>ancho_zona</a:t>
            </a:r>
            <a:endParaRPr lang="es-MX" dirty="0"/>
          </a:p>
          <a:p>
            <a:pPr algn="ctr"/>
            <a:r>
              <a:rPr lang="es-MX" dirty="0"/>
              <a:t>* </a:t>
            </a:r>
            <a:r>
              <a:rPr lang="es-MX" dirty="0" err="1"/>
              <a:t>largo_zona</a:t>
            </a:r>
            <a:endParaRPr lang="es-MX" dirty="0"/>
          </a:p>
          <a:p>
            <a:pPr algn="ctr"/>
            <a:r>
              <a:rPr lang="es-MX" dirty="0"/>
              <a:t>* </a:t>
            </a:r>
            <a:r>
              <a:rPr lang="es-MX" dirty="0" err="1"/>
              <a:t>horizonte_tiempo</a:t>
            </a:r>
            <a:endParaRPr lang="es-MX" dirty="0"/>
          </a:p>
          <a:p>
            <a:pPr algn="ctr"/>
            <a:r>
              <a:rPr lang="es-MX" dirty="0"/>
              <a:t>* </a:t>
            </a:r>
            <a:r>
              <a:rPr lang="es-MX" dirty="0" err="1"/>
              <a:t>depot</a:t>
            </a:r>
            <a:r>
              <a:rPr lang="es-MX" dirty="0"/>
              <a:t>_</a:t>
            </a:r>
            <a:r>
              <a:rPr lang="es-CL" dirty="0"/>
              <a:t>Y</a:t>
            </a:r>
            <a:endParaRPr lang="es-MX" dirty="0"/>
          </a:p>
          <a:p>
            <a:pPr algn="ctr"/>
            <a:r>
              <a:rPr lang="es-MX" dirty="0"/>
              <a:t>* </a:t>
            </a:r>
            <a:r>
              <a:rPr lang="es-MX" dirty="0" err="1"/>
              <a:t>depot_X</a:t>
            </a:r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3152944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B88BB86B-0522-3ED5-EA0B-51AD7FB1F167}"/>
              </a:ext>
            </a:extLst>
          </p:cNvPr>
          <p:cNvSpPr txBox="1"/>
          <p:nvPr/>
        </p:nvSpPr>
        <p:spPr>
          <a:xfrm>
            <a:off x="1327355" y="334297"/>
            <a:ext cx="1024521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Estado()</a:t>
            </a:r>
          </a:p>
          <a:p>
            <a:pPr algn="ctr"/>
            <a:r>
              <a:rPr lang="es-CL" dirty="0"/>
              <a:t>Clase que posee información sobre el estado generado</a:t>
            </a:r>
          </a:p>
          <a:p>
            <a:pPr algn="ctr"/>
            <a:endParaRPr lang="es-CL" dirty="0"/>
          </a:p>
          <a:p>
            <a:pPr algn="ctr"/>
            <a:r>
              <a:rPr lang="es-CL" dirty="0" err="1"/>
              <a:t>Posiciones_vehículos</a:t>
            </a:r>
            <a:r>
              <a:rPr lang="es-CL" dirty="0"/>
              <a:t>: </a:t>
            </a:r>
          </a:p>
          <a:p>
            <a:pPr algn="ctr"/>
            <a:r>
              <a:rPr lang="es-CL" dirty="0"/>
              <a:t>diccionario con las posiciones {1: (20,20), 2:(10,50)…}</a:t>
            </a:r>
          </a:p>
          <a:p>
            <a:pPr algn="ctr"/>
            <a:endParaRPr lang="es-CL" dirty="0"/>
          </a:p>
          <a:p>
            <a:pPr algn="ctr"/>
            <a:r>
              <a:rPr lang="es-CL" dirty="0" err="1"/>
              <a:t>Inventarios_vehículos</a:t>
            </a:r>
            <a:r>
              <a:rPr lang="es-CL" dirty="0"/>
              <a:t>:</a:t>
            </a:r>
            <a:br>
              <a:rPr lang="es-CL" dirty="0"/>
            </a:br>
            <a:r>
              <a:rPr lang="es-CL" dirty="0"/>
              <a:t>diccionario con los inventarios de cada vehículo con cada producto {1 : {1:10,2:5}, 2: {1:0,2:1}}</a:t>
            </a:r>
          </a:p>
          <a:p>
            <a:pPr algn="ctr"/>
            <a:endParaRPr lang="es-CL" dirty="0"/>
          </a:p>
          <a:p>
            <a:pPr algn="ctr"/>
            <a:r>
              <a:rPr lang="es-CL" dirty="0" err="1"/>
              <a:t>Inventario_clientes</a:t>
            </a:r>
            <a:r>
              <a:rPr lang="es-CL" dirty="0"/>
              <a:t>:</a:t>
            </a:r>
          </a:p>
          <a:p>
            <a:pPr algn="ctr"/>
            <a:r>
              <a:rPr lang="es-CL" dirty="0"/>
              <a:t>Diccionario con el inventario de cada cliente {1 : {1:10,2:5}, 2: {1:0,2:1}}</a:t>
            </a:r>
          </a:p>
        </p:txBody>
      </p:sp>
    </p:spTree>
    <p:extLst>
      <p:ext uri="{BB962C8B-B14F-4D97-AF65-F5344CB8AC3E}">
        <p14:creationId xmlns:p14="http://schemas.microsoft.com/office/powerpoint/2010/main" val="525984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uadroTexto 3">
            <a:extLst>
              <a:ext uri="{FF2B5EF4-FFF2-40B4-BE49-F238E27FC236}">
                <a16:creationId xmlns:a16="http://schemas.microsoft.com/office/drawing/2014/main" id="{CC162930-D27B-C97C-2A40-A9116D963896}"/>
              </a:ext>
            </a:extLst>
          </p:cNvPr>
          <p:cNvSpPr txBox="1"/>
          <p:nvPr/>
        </p:nvSpPr>
        <p:spPr>
          <a:xfrm>
            <a:off x="668594" y="393291"/>
            <a:ext cx="5073445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CL" dirty="0"/>
              <a:t>Proceso()</a:t>
            </a:r>
          </a:p>
          <a:p>
            <a:pPr algn="ctr"/>
            <a:r>
              <a:rPr lang="es-CL" dirty="0"/>
              <a:t>Descripción: Clase que recibe la instancia y ejecuta todo lo relacionado al simulador.</a:t>
            </a:r>
          </a:p>
          <a:p>
            <a:pPr algn="ctr"/>
            <a:endParaRPr lang="es-CL" dirty="0"/>
          </a:p>
          <a:p>
            <a:pPr algn="ctr"/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364787628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412</Words>
  <Application>Microsoft Office PowerPoint</Application>
  <PresentationFormat>Panorámica</PresentationFormat>
  <Paragraphs>45</Paragraphs>
  <Slides>5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Tema de Office</vt:lpstr>
      <vt:lpstr>IRP MultiProducto MultiVehiculos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Matías Fernández Mayol</dc:creator>
  <cp:lastModifiedBy>Matías Fernández Mayol</cp:lastModifiedBy>
  <cp:revision>1</cp:revision>
  <dcterms:created xsi:type="dcterms:W3CDTF">2025-01-16T14:28:26Z</dcterms:created>
  <dcterms:modified xsi:type="dcterms:W3CDTF">2025-01-16T15:52:11Z</dcterms:modified>
</cp:coreProperties>
</file>